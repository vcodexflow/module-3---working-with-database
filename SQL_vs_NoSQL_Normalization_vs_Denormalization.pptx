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vs NoSQL</a:t>
            </a:r>
          </a:p>
          <a:p>
            <a:r>
              <a:t>Normalization vs Denormalization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3 — Database Concepts</a:t>
            </a:r>
          </a:p>
          <a:p>
            <a:r>
              <a:t>Prepared for Varun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 NoSQL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(SQL)</a:t>
            </a:r>
          </a:p>
          <a:p>
            <a:pPr lvl="1"/>
            <a:r>
              <a:t>- Structured schema, ACID transactions</a:t>
            </a:r>
          </a:p>
          <a:p>
            <a:pPr lvl="1"/>
            <a:r>
              <a:t>- Examples: MySQL, PostgreSQL, Oracle</a:t>
            </a:r>
          </a:p>
          <a:p>
            <a:pPr/>
            <a:r>
              <a:t>NoSQL (Document/Key-Value/Column/Graph)</a:t>
            </a:r>
          </a:p>
          <a:p>
            <a:pPr lvl="1"/>
            <a:r>
              <a:t>- Schema-flexible, horizontal scaling</a:t>
            </a:r>
          </a:p>
          <a:p>
            <a:pPr lvl="1"/>
            <a:r>
              <a:t>- Examples: MongoDB, Cassandra, Redis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SQL when:</a:t>
            </a:r>
          </a:p>
          <a:p>
            <a:pPr lvl="1"/>
            <a:r>
              <a:t>- Strong consistency &amp; complex joins are required</a:t>
            </a:r>
          </a:p>
          <a:p>
            <a:pPr/>
            <a:r>
              <a:t>Use NoSQL when:</a:t>
            </a:r>
          </a:p>
          <a:p>
            <a:pPr lvl="1"/>
            <a:r>
              <a:t>- Flexible schema, high write volume, and scale-out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normalization?</a:t>
            </a:r>
          </a:p>
          <a:p>
            <a:pPr lvl="1"/>
            <a:r>
              <a:t>- Process of organizing data to reduce redundancy</a:t>
            </a:r>
          </a:p>
          <a:p>
            <a:pPr lvl="1"/>
            <a:r>
              <a:t>- Normal forms (1NF, 2NF, 3NF...)</a:t>
            </a:r>
          </a:p>
          <a:p>
            <a:pPr lvl="1"/>
            <a:r>
              <a:t>- Pros: data integrity, reduced anomalies</a:t>
            </a:r>
          </a:p>
          <a:p>
            <a:pPr lvl="1"/>
            <a:r>
              <a:t>- Cons: more joins, potentially slower reads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denormalization?</a:t>
            </a:r>
          </a:p>
          <a:p>
            <a:pPr lvl="1"/>
            <a:r>
              <a:t>- Intentionally adding redundancy for performance</a:t>
            </a:r>
          </a:p>
          <a:p>
            <a:pPr lvl="1"/>
            <a:r>
              <a:t>- Useful for read-heavy systems and NoSQL designs</a:t>
            </a:r>
          </a:p>
          <a:p>
            <a:pPr lvl="1"/>
            <a:r>
              <a:t>- Pros: faster reads, simpler queries</a:t>
            </a:r>
          </a:p>
          <a:p>
            <a:pPr lvl="1"/>
            <a:r>
              <a:t>- Cons: potential inconsistency, larger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Example: Customers &amp;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Normalized design (SQL):</a:t>
            </a:r>
          </a:p>
          <a:p>
            <a:pPr lvl="1"/>
            <a:r>
              <a:t>- customers table, orders table (linked by customer_id)</a:t>
            </a:r>
          </a:p>
          <a:p>
            <a:pPr/>
            <a:r>
              <a:t>Denormalized design (NoSQL document):</a:t>
            </a:r>
          </a:p>
          <a:p>
            <a:pPr lvl="1"/>
            <a:r>
              <a:t>- Single document containing customer + order array for fast reads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Choose SQL for transactional consistency and complex queries.</a:t>
            </a:r>
          </a:p>
          <a:p>
            <a:pPr lvl="1"/>
            <a:r>
              <a:t>- Choose NoSQL when you need flexible schema and scale-out.</a:t>
            </a:r>
          </a:p>
          <a:p>
            <a:pPr lvl="1"/>
            <a:r>
              <a:t>- Hybrid approaches are common: use the right tool for each workload.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